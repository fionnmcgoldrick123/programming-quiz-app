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50" r:id="rId2"/>
    <p:sldMasterId id="2147483651" r:id="rId3"/>
  </p:sldMasterIdLst>
  <p:notesMasterIdLst>
    <p:notesMasterId r:id="rId5"/>
  </p:notesMasterIdLst>
  <p:sldIdLst>
    <p:sldId id="256" r:id="rId4"/>
  </p:sldIdLst>
  <p:sldSz cx="30275213" cy="4280376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52" userDrawn="1">
          <p15:clr>
            <a:srgbClr val="A4A3A4"/>
          </p15:clr>
        </p15:guide>
        <p15:guide id="2" orient="horz" pos="24328" userDrawn="1">
          <p15:clr>
            <a:srgbClr val="A4A3A4"/>
          </p15:clr>
        </p15:guide>
        <p15:guide id="3" pos="-1319" userDrawn="1">
          <p15:clr>
            <a:srgbClr val="A4A3A4"/>
          </p15:clr>
        </p15:guide>
        <p15:guide id="4" pos="5663" userDrawn="1">
          <p15:clr>
            <a:srgbClr val="A4A3A4"/>
          </p15:clr>
        </p15:guide>
        <p15:guide id="5" pos="6027" userDrawn="1">
          <p15:clr>
            <a:srgbClr val="A4A3A4"/>
          </p15:clr>
        </p15:guide>
        <p15:guide id="6" pos="20354" userDrawn="1">
          <p15:clr>
            <a:srgbClr val="A4A3A4"/>
          </p15:clr>
        </p15:guide>
        <p15:guide id="7" pos="13008" userDrawn="1">
          <p15:clr>
            <a:srgbClr val="A4A3A4"/>
          </p15:clr>
        </p15:guide>
        <p15:guide id="8" pos="133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500"/>
    <a:srgbClr val="1A1A1A"/>
    <a:srgbClr val="FF791E"/>
    <a:srgbClr val="B5A569"/>
    <a:srgbClr val="7BB9CB"/>
    <a:srgbClr val="005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8"/>
  </p:normalViewPr>
  <p:slideViewPr>
    <p:cSldViewPr snapToGrid="0" snapToObjects="1">
      <p:cViewPr>
        <p:scale>
          <a:sx n="66" d="100"/>
          <a:sy n="66" d="100"/>
        </p:scale>
        <p:origin x="38" y="-1258"/>
      </p:cViewPr>
      <p:guideLst>
        <p:guide orient="horz" pos="5452"/>
        <p:guide orient="horz" pos="24328"/>
        <p:guide pos="-1319"/>
        <p:guide pos="5663"/>
        <p:guide pos="6027"/>
        <p:guide pos="20354"/>
        <p:guide pos="13008"/>
        <p:guide pos="1337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A7A4A280-C8E5-924D-9E25-061F4CE81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C0895D04-FFEB-7148-B234-136A840A75A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41E0639-CFF4-5963-1B9D-96B2AB2068C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16150" y="685800"/>
            <a:ext cx="24257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3" name="Rectangle 5">
            <a:extLst>
              <a:ext uri="{FF2B5EF4-FFF2-40B4-BE49-F238E27FC236}">
                <a16:creationId xmlns:a16="http://schemas.microsoft.com/office/drawing/2014/main" id="{39500FB1-03CE-4B4C-8F60-932E5B66A19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0534" name="Rectangle 6">
            <a:extLst>
              <a:ext uri="{FF2B5EF4-FFF2-40B4-BE49-F238E27FC236}">
                <a16:creationId xmlns:a16="http://schemas.microsoft.com/office/drawing/2014/main" id="{ECFF8F2F-2190-5A42-B565-0A0F4AA448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>
            <a:extLst>
              <a:ext uri="{FF2B5EF4-FFF2-40B4-BE49-F238E27FC236}">
                <a16:creationId xmlns:a16="http://schemas.microsoft.com/office/drawing/2014/main" id="{18A25556-E38B-FC47-A496-B2BE4B28BE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279825C3-825B-3946-BD16-73028C00BCBD}" type="slidenum">
              <a:rPr lang="en-US" altLang="fr-FR"/>
              <a:pPr/>
              <a:t>‹#›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2CF0326D-B42B-2078-55AA-A505B5B3C7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2154B2-0A24-0045-AE1A-F198D54910BE}" type="slidenum">
              <a:rPr lang="en-US" altLang="fr-FR"/>
              <a:pPr>
                <a:spcBef>
                  <a:spcPct val="0"/>
                </a:spcBef>
              </a:pPr>
              <a:t>1</a:t>
            </a:fld>
            <a:endParaRPr lang="en-US" altLang="fr-FR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73CE1FE0-B498-4E2C-FED1-A4813984C3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16150" y="685800"/>
            <a:ext cx="2425700" cy="3429000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A8B6B37-8961-D78A-02C3-7A1B6EFB7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947" y="13297725"/>
            <a:ext cx="25733329" cy="91734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83" y="24254900"/>
            <a:ext cx="21191448" cy="109401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199" indent="0" algn="ctr">
              <a:buNone/>
              <a:defRPr/>
            </a:lvl2pPr>
            <a:lvl3pPr marL="914397" indent="0" algn="ctr">
              <a:buNone/>
              <a:defRPr/>
            </a:lvl3pPr>
            <a:lvl4pPr marL="1371596" indent="0" algn="ctr">
              <a:buNone/>
              <a:defRPr/>
            </a:lvl4pPr>
            <a:lvl5pPr marL="1828795" indent="0" algn="ctr">
              <a:buNone/>
              <a:defRPr/>
            </a:lvl5pPr>
            <a:lvl6pPr marL="2285992" indent="0" algn="ctr">
              <a:buNone/>
              <a:defRPr/>
            </a:lvl6pPr>
            <a:lvl7pPr marL="2743191" indent="0" algn="ctr">
              <a:buNone/>
              <a:defRPr/>
            </a:lvl7pPr>
            <a:lvl8pPr marL="3200389" indent="0" algn="ctr">
              <a:buNone/>
              <a:defRPr/>
            </a:lvl8pPr>
            <a:lvl9pPr marL="365758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44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737" y="6335394"/>
            <a:ext cx="9304337" cy="356314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29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098" y="27505245"/>
            <a:ext cx="25734665" cy="8501484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098" y="18141158"/>
            <a:ext cx="25734665" cy="93640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199" indent="0">
              <a:buNone/>
              <a:defRPr sz="1800"/>
            </a:lvl2pPr>
            <a:lvl3pPr marL="914397" indent="0">
              <a:buNone/>
              <a:defRPr sz="1601"/>
            </a:lvl3pPr>
            <a:lvl4pPr marL="1371596" indent="0">
              <a:buNone/>
              <a:defRPr sz="1400"/>
            </a:lvl4pPr>
            <a:lvl5pPr marL="1828795" indent="0">
              <a:buNone/>
              <a:defRPr sz="1400"/>
            </a:lvl5pPr>
            <a:lvl6pPr marL="2285992" indent="0">
              <a:buNone/>
              <a:defRPr sz="1400"/>
            </a:lvl6pPr>
            <a:lvl7pPr marL="2743191" indent="0">
              <a:buNone/>
              <a:defRPr sz="1400"/>
            </a:lvl7pPr>
            <a:lvl8pPr marL="3200389" indent="0">
              <a:buNone/>
              <a:defRPr sz="1400"/>
            </a:lvl8pPr>
            <a:lvl9pPr marL="3657588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845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2195" y="6236440"/>
            <a:ext cx="4587275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7632" y="6236440"/>
            <a:ext cx="4588610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96EEE5A-6D45-7B95-8E75-DAD9641E557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5137606" y="6236439"/>
            <a:ext cx="4588610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92358B9-134B-AB74-E6D9-DF1521A1626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0420834" y="6236438"/>
            <a:ext cx="4588610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93D6F81-549F-C15F-2BDD-B49131D9CFF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4897580" y="6236436"/>
            <a:ext cx="4588610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F4661CA-5721-AB64-9C19-B031F1E5B33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0140631" y="6236437"/>
            <a:ext cx="4588610" cy="3563110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44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3" y="1713887"/>
            <a:ext cx="27247291" cy="71349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961" y="9581158"/>
            <a:ext cx="13375992" cy="399403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9" indent="0">
              <a:buNone/>
              <a:defRPr sz="2000" b="1"/>
            </a:lvl2pPr>
            <a:lvl3pPr marL="914397" indent="0">
              <a:buNone/>
              <a:defRPr sz="1800" b="1"/>
            </a:lvl3pPr>
            <a:lvl4pPr marL="1371596" indent="0">
              <a:buNone/>
              <a:defRPr sz="1601" b="1"/>
            </a:lvl4pPr>
            <a:lvl5pPr marL="1828795" indent="0">
              <a:buNone/>
              <a:defRPr sz="1601" b="1"/>
            </a:lvl5pPr>
            <a:lvl6pPr marL="2285992" indent="0">
              <a:buNone/>
              <a:defRPr sz="1601" b="1"/>
            </a:lvl6pPr>
            <a:lvl7pPr marL="2743191" indent="0">
              <a:buNone/>
              <a:defRPr sz="1601" b="1"/>
            </a:lvl7pPr>
            <a:lvl8pPr marL="3200389" indent="0">
              <a:buNone/>
              <a:defRPr sz="1601" b="1"/>
            </a:lvl8pPr>
            <a:lvl9pPr marL="3657588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961" y="13575195"/>
            <a:ext cx="13375992" cy="2466072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921" y="9581158"/>
            <a:ext cx="13381332" cy="399403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9" indent="0">
              <a:buNone/>
              <a:defRPr sz="2000" b="1"/>
            </a:lvl2pPr>
            <a:lvl3pPr marL="914397" indent="0">
              <a:buNone/>
              <a:defRPr sz="1800" b="1"/>
            </a:lvl3pPr>
            <a:lvl4pPr marL="1371596" indent="0">
              <a:buNone/>
              <a:defRPr sz="1601" b="1"/>
            </a:lvl4pPr>
            <a:lvl5pPr marL="1828795" indent="0">
              <a:buNone/>
              <a:defRPr sz="1601" b="1"/>
            </a:lvl5pPr>
            <a:lvl6pPr marL="2285992" indent="0">
              <a:buNone/>
              <a:defRPr sz="1601" b="1"/>
            </a:lvl6pPr>
            <a:lvl7pPr marL="2743191" indent="0">
              <a:buNone/>
              <a:defRPr sz="1601" b="1"/>
            </a:lvl7pPr>
            <a:lvl8pPr marL="3200389" indent="0">
              <a:buNone/>
              <a:defRPr sz="1601" b="1"/>
            </a:lvl8pPr>
            <a:lvl9pPr marL="3657588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921" y="13575195"/>
            <a:ext cx="13381332" cy="2466072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00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67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961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1" y="1704451"/>
            <a:ext cx="9959566" cy="72519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664" y="1704451"/>
            <a:ext cx="16924588" cy="3653146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961" y="8956384"/>
            <a:ext cx="9959566" cy="29279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99" indent="0">
              <a:buNone/>
              <a:defRPr sz="1199"/>
            </a:lvl2pPr>
            <a:lvl3pPr marL="914397" indent="0">
              <a:buNone/>
              <a:defRPr sz="1000"/>
            </a:lvl3pPr>
            <a:lvl4pPr marL="1371596" indent="0">
              <a:buNone/>
              <a:defRPr sz="901"/>
            </a:lvl4pPr>
            <a:lvl5pPr marL="1828795" indent="0">
              <a:buNone/>
              <a:defRPr sz="901"/>
            </a:lvl5pPr>
            <a:lvl6pPr marL="2285992" indent="0">
              <a:buNone/>
              <a:defRPr sz="901"/>
            </a:lvl6pPr>
            <a:lvl7pPr marL="2743191" indent="0">
              <a:buNone/>
              <a:defRPr sz="901"/>
            </a:lvl7pPr>
            <a:lvl8pPr marL="3200389" indent="0">
              <a:buNone/>
              <a:defRPr sz="901"/>
            </a:lvl8pPr>
            <a:lvl9pPr marL="3657588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325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357" y="29962829"/>
            <a:ext cx="18164861" cy="35372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357" y="3824162"/>
            <a:ext cx="18164861" cy="25681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99" indent="0">
              <a:buNone/>
              <a:defRPr sz="2800"/>
            </a:lvl2pPr>
            <a:lvl3pPr marL="914397" indent="0">
              <a:buNone/>
              <a:defRPr sz="2400"/>
            </a:lvl3pPr>
            <a:lvl4pPr marL="1371596" indent="0">
              <a:buNone/>
              <a:defRPr sz="2000"/>
            </a:lvl4pPr>
            <a:lvl5pPr marL="1828795" indent="0">
              <a:buNone/>
              <a:defRPr sz="2000"/>
            </a:lvl5pPr>
            <a:lvl6pPr marL="2285992" indent="0">
              <a:buNone/>
              <a:defRPr sz="2000"/>
            </a:lvl6pPr>
            <a:lvl7pPr marL="2743191" indent="0">
              <a:buNone/>
              <a:defRPr sz="2000"/>
            </a:lvl7pPr>
            <a:lvl8pPr marL="3200389" indent="0">
              <a:buNone/>
              <a:defRPr sz="2000"/>
            </a:lvl8pPr>
            <a:lvl9pPr marL="3657588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357" y="33500076"/>
            <a:ext cx="18164861" cy="5022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99" indent="0">
              <a:buNone/>
              <a:defRPr sz="1199"/>
            </a:lvl2pPr>
            <a:lvl3pPr marL="914397" indent="0">
              <a:buNone/>
              <a:defRPr sz="1000"/>
            </a:lvl3pPr>
            <a:lvl4pPr marL="1371596" indent="0">
              <a:buNone/>
              <a:defRPr sz="901"/>
            </a:lvl4pPr>
            <a:lvl5pPr marL="1828795" indent="0">
              <a:buNone/>
              <a:defRPr sz="901"/>
            </a:lvl5pPr>
            <a:lvl6pPr marL="2285992" indent="0">
              <a:buNone/>
              <a:defRPr sz="901"/>
            </a:lvl6pPr>
            <a:lvl7pPr marL="2743191" indent="0">
              <a:buNone/>
              <a:defRPr sz="901"/>
            </a:lvl7pPr>
            <a:lvl8pPr marL="3200389" indent="0">
              <a:buNone/>
              <a:defRPr sz="901"/>
            </a:lvl8pPr>
            <a:lvl9pPr marL="3657588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829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737" y="6335394"/>
            <a:ext cx="9304337" cy="3563143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13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351618" y="1655376"/>
            <a:ext cx="7229364" cy="4021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2191" y="1655376"/>
            <a:ext cx="21561260" cy="4021216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184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947" y="13297725"/>
            <a:ext cx="25733329" cy="91734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83" y="24254902"/>
            <a:ext cx="21191448" cy="10940185"/>
          </a:xfrm>
        </p:spPr>
        <p:txBody>
          <a:bodyPr/>
          <a:lstStyle>
            <a:lvl1pPr marL="0" indent="0" algn="ctr">
              <a:buNone/>
              <a:defRPr/>
            </a:lvl1pPr>
            <a:lvl2pPr marL="457178" indent="0" algn="ctr">
              <a:buNone/>
              <a:defRPr/>
            </a:lvl2pPr>
            <a:lvl3pPr marL="914356" indent="0" algn="ctr">
              <a:buNone/>
              <a:defRPr/>
            </a:lvl3pPr>
            <a:lvl4pPr marL="1371535" indent="0" algn="ctr">
              <a:buNone/>
              <a:defRPr/>
            </a:lvl4pPr>
            <a:lvl5pPr marL="1828713" indent="0" algn="ctr">
              <a:buNone/>
              <a:defRPr/>
            </a:lvl5pPr>
            <a:lvl6pPr marL="2285891" indent="0" algn="ctr">
              <a:buNone/>
              <a:defRPr/>
            </a:lvl6pPr>
            <a:lvl7pPr marL="2743069" indent="0" algn="ctr">
              <a:buNone/>
              <a:defRPr/>
            </a:lvl7pPr>
            <a:lvl8pPr marL="3200248" indent="0" algn="ctr">
              <a:buNone/>
              <a:defRPr/>
            </a:lvl8pPr>
            <a:lvl9pPr marL="365742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29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370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099" y="27505245"/>
            <a:ext cx="25734665" cy="8501484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099" y="18141158"/>
            <a:ext cx="25734665" cy="936409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800"/>
            </a:lvl2pPr>
            <a:lvl3pPr marL="914356" indent="0">
              <a:buNone/>
              <a:defRPr sz="1601"/>
            </a:lvl3pPr>
            <a:lvl4pPr marL="1371535" indent="0">
              <a:buNone/>
              <a:defRPr sz="1400"/>
            </a:lvl4pPr>
            <a:lvl5pPr marL="1828713" indent="0">
              <a:buNone/>
              <a:defRPr sz="1400"/>
            </a:lvl5pPr>
            <a:lvl6pPr marL="2285891" indent="0">
              <a:buNone/>
              <a:defRPr sz="1400"/>
            </a:lvl6pPr>
            <a:lvl7pPr marL="2743069" indent="0">
              <a:buNone/>
              <a:defRPr sz="1400"/>
            </a:lvl7pPr>
            <a:lvl8pPr marL="3200248" indent="0">
              <a:buNone/>
              <a:defRPr sz="1400"/>
            </a:lvl8pPr>
            <a:lvl9pPr marL="3657426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3042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71" y="6247765"/>
            <a:ext cx="3375038" cy="356254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9374" y="6247765"/>
            <a:ext cx="3376374" cy="356254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386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3" y="1713887"/>
            <a:ext cx="27247291" cy="71349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961" y="9581159"/>
            <a:ext cx="13375992" cy="39940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6" indent="0">
              <a:buNone/>
              <a:defRPr sz="1800" b="1"/>
            </a:lvl3pPr>
            <a:lvl4pPr marL="1371535" indent="0">
              <a:buNone/>
              <a:defRPr sz="1601" b="1"/>
            </a:lvl4pPr>
            <a:lvl5pPr marL="1828713" indent="0">
              <a:buNone/>
              <a:defRPr sz="1601" b="1"/>
            </a:lvl5pPr>
            <a:lvl6pPr marL="2285891" indent="0">
              <a:buNone/>
              <a:defRPr sz="1601" b="1"/>
            </a:lvl6pPr>
            <a:lvl7pPr marL="2743069" indent="0">
              <a:buNone/>
              <a:defRPr sz="1601" b="1"/>
            </a:lvl7pPr>
            <a:lvl8pPr marL="3200248" indent="0">
              <a:buNone/>
              <a:defRPr sz="1601" b="1"/>
            </a:lvl8pPr>
            <a:lvl9pPr marL="365742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961" y="13575197"/>
            <a:ext cx="13375992" cy="2466072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921" y="9581159"/>
            <a:ext cx="13381332" cy="39940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6" indent="0">
              <a:buNone/>
              <a:defRPr sz="1800" b="1"/>
            </a:lvl3pPr>
            <a:lvl4pPr marL="1371535" indent="0">
              <a:buNone/>
              <a:defRPr sz="1601" b="1"/>
            </a:lvl4pPr>
            <a:lvl5pPr marL="1828713" indent="0">
              <a:buNone/>
              <a:defRPr sz="1601" b="1"/>
            </a:lvl5pPr>
            <a:lvl6pPr marL="2285891" indent="0">
              <a:buNone/>
              <a:defRPr sz="1601" b="1"/>
            </a:lvl6pPr>
            <a:lvl7pPr marL="2743069" indent="0">
              <a:buNone/>
              <a:defRPr sz="1601" b="1"/>
            </a:lvl7pPr>
            <a:lvl8pPr marL="3200248" indent="0">
              <a:buNone/>
              <a:defRPr sz="1601" b="1"/>
            </a:lvl8pPr>
            <a:lvl9pPr marL="365742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921" y="13575197"/>
            <a:ext cx="13381332" cy="2466072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969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426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9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1" y="1704452"/>
            <a:ext cx="9959566" cy="72519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664" y="1704451"/>
            <a:ext cx="16924588" cy="365314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961" y="8956385"/>
            <a:ext cx="9959566" cy="2927953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199"/>
            </a:lvl2pPr>
            <a:lvl3pPr marL="914356" indent="0">
              <a:buNone/>
              <a:defRPr sz="1000"/>
            </a:lvl3pPr>
            <a:lvl4pPr marL="1371535" indent="0">
              <a:buNone/>
              <a:defRPr sz="901"/>
            </a:lvl4pPr>
            <a:lvl5pPr marL="1828713" indent="0">
              <a:buNone/>
              <a:defRPr sz="901"/>
            </a:lvl5pPr>
            <a:lvl6pPr marL="2285891" indent="0">
              <a:buNone/>
              <a:defRPr sz="901"/>
            </a:lvl6pPr>
            <a:lvl7pPr marL="2743069" indent="0">
              <a:buNone/>
              <a:defRPr sz="901"/>
            </a:lvl7pPr>
            <a:lvl8pPr marL="3200248" indent="0">
              <a:buNone/>
              <a:defRPr sz="901"/>
            </a:lvl8pPr>
            <a:lvl9pPr marL="3657426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0913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358" y="29962829"/>
            <a:ext cx="18164861" cy="35372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358" y="3824162"/>
            <a:ext cx="18164861" cy="2568188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6" indent="0">
              <a:buNone/>
              <a:defRPr sz="2400"/>
            </a:lvl3pPr>
            <a:lvl4pPr marL="1371535" indent="0">
              <a:buNone/>
              <a:defRPr sz="2000"/>
            </a:lvl4pPr>
            <a:lvl5pPr marL="1828713" indent="0">
              <a:buNone/>
              <a:defRPr sz="2000"/>
            </a:lvl5pPr>
            <a:lvl6pPr marL="2285891" indent="0">
              <a:buNone/>
              <a:defRPr sz="2000"/>
            </a:lvl6pPr>
            <a:lvl7pPr marL="2743069" indent="0">
              <a:buNone/>
              <a:defRPr sz="2000"/>
            </a:lvl7pPr>
            <a:lvl8pPr marL="3200248" indent="0">
              <a:buNone/>
              <a:defRPr sz="2000"/>
            </a:lvl8pPr>
            <a:lvl9pPr marL="3657426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358" y="33500076"/>
            <a:ext cx="18164861" cy="50227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199"/>
            </a:lvl2pPr>
            <a:lvl3pPr marL="914356" indent="0">
              <a:buNone/>
              <a:defRPr sz="1000"/>
            </a:lvl3pPr>
            <a:lvl4pPr marL="1371535" indent="0">
              <a:buNone/>
              <a:defRPr sz="901"/>
            </a:lvl4pPr>
            <a:lvl5pPr marL="1828713" indent="0">
              <a:buNone/>
              <a:defRPr sz="901"/>
            </a:lvl5pPr>
            <a:lvl6pPr marL="2285891" indent="0">
              <a:buNone/>
              <a:defRPr sz="901"/>
            </a:lvl6pPr>
            <a:lvl7pPr marL="2743069" indent="0">
              <a:buNone/>
              <a:defRPr sz="901"/>
            </a:lvl7pPr>
            <a:lvl8pPr marL="3200248" indent="0">
              <a:buNone/>
              <a:defRPr sz="901"/>
            </a:lvl8pPr>
            <a:lvl9pPr marL="3657426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13498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915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347615" y="1655374"/>
            <a:ext cx="7233369" cy="402178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6170" y="1655374"/>
            <a:ext cx="21573276" cy="402178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37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947" y="13297725"/>
            <a:ext cx="25733329" cy="91734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83" y="24254902"/>
            <a:ext cx="21191448" cy="10940185"/>
          </a:xfrm>
        </p:spPr>
        <p:txBody>
          <a:bodyPr/>
          <a:lstStyle>
            <a:lvl1pPr marL="0" indent="0" algn="ctr">
              <a:buNone/>
              <a:defRPr/>
            </a:lvl1pPr>
            <a:lvl2pPr marL="457178" indent="0" algn="ctr">
              <a:buNone/>
              <a:defRPr/>
            </a:lvl2pPr>
            <a:lvl3pPr marL="914356" indent="0" algn="ctr">
              <a:buNone/>
              <a:defRPr/>
            </a:lvl3pPr>
            <a:lvl4pPr marL="1371535" indent="0" algn="ctr">
              <a:buNone/>
              <a:defRPr/>
            </a:lvl4pPr>
            <a:lvl5pPr marL="1828713" indent="0" algn="ctr">
              <a:buNone/>
              <a:defRPr/>
            </a:lvl5pPr>
            <a:lvl6pPr marL="2285891" indent="0" algn="ctr">
              <a:buNone/>
              <a:defRPr/>
            </a:lvl6pPr>
            <a:lvl7pPr marL="2743069" indent="0" algn="ctr">
              <a:buNone/>
              <a:defRPr/>
            </a:lvl7pPr>
            <a:lvl8pPr marL="3200248" indent="0" algn="ctr">
              <a:buNone/>
              <a:defRPr/>
            </a:lvl8pPr>
            <a:lvl9pPr marL="365742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3813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8506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099" y="27505245"/>
            <a:ext cx="25734665" cy="8501484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099" y="18141158"/>
            <a:ext cx="25734665" cy="936409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800"/>
            </a:lvl2pPr>
            <a:lvl3pPr marL="914356" indent="0">
              <a:buNone/>
              <a:defRPr sz="1601"/>
            </a:lvl3pPr>
            <a:lvl4pPr marL="1371535" indent="0">
              <a:buNone/>
              <a:defRPr sz="1400"/>
            </a:lvl4pPr>
            <a:lvl5pPr marL="1828713" indent="0">
              <a:buNone/>
              <a:defRPr sz="1400"/>
            </a:lvl5pPr>
            <a:lvl6pPr marL="2285891" indent="0">
              <a:buNone/>
              <a:defRPr sz="1400"/>
            </a:lvl6pPr>
            <a:lvl7pPr marL="2743069" indent="0">
              <a:buNone/>
              <a:defRPr sz="1400"/>
            </a:lvl7pPr>
            <a:lvl8pPr marL="3200248" indent="0">
              <a:buNone/>
              <a:defRPr sz="1400"/>
            </a:lvl8pPr>
            <a:lvl9pPr marL="3657426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05466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7954" y="6247765"/>
            <a:ext cx="14486764" cy="356254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92883" y="6247765"/>
            <a:ext cx="14488098" cy="356254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884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3" y="1713887"/>
            <a:ext cx="27247291" cy="71349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961" y="9581159"/>
            <a:ext cx="13375992" cy="39940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6" indent="0">
              <a:buNone/>
              <a:defRPr sz="1800" b="1"/>
            </a:lvl3pPr>
            <a:lvl4pPr marL="1371535" indent="0">
              <a:buNone/>
              <a:defRPr sz="1601" b="1"/>
            </a:lvl4pPr>
            <a:lvl5pPr marL="1828713" indent="0">
              <a:buNone/>
              <a:defRPr sz="1601" b="1"/>
            </a:lvl5pPr>
            <a:lvl6pPr marL="2285891" indent="0">
              <a:buNone/>
              <a:defRPr sz="1601" b="1"/>
            </a:lvl6pPr>
            <a:lvl7pPr marL="2743069" indent="0">
              <a:buNone/>
              <a:defRPr sz="1601" b="1"/>
            </a:lvl7pPr>
            <a:lvl8pPr marL="3200248" indent="0">
              <a:buNone/>
              <a:defRPr sz="1601" b="1"/>
            </a:lvl8pPr>
            <a:lvl9pPr marL="365742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961" y="13575197"/>
            <a:ext cx="13375992" cy="2466072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921" y="9581159"/>
            <a:ext cx="13381332" cy="39940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6" indent="0">
              <a:buNone/>
              <a:defRPr sz="1800" b="1"/>
            </a:lvl3pPr>
            <a:lvl4pPr marL="1371535" indent="0">
              <a:buNone/>
              <a:defRPr sz="1601" b="1"/>
            </a:lvl4pPr>
            <a:lvl5pPr marL="1828713" indent="0">
              <a:buNone/>
              <a:defRPr sz="1601" b="1"/>
            </a:lvl5pPr>
            <a:lvl6pPr marL="2285891" indent="0">
              <a:buNone/>
              <a:defRPr sz="1601" b="1"/>
            </a:lvl6pPr>
            <a:lvl7pPr marL="2743069" indent="0">
              <a:buNone/>
              <a:defRPr sz="1601" b="1"/>
            </a:lvl7pPr>
            <a:lvl8pPr marL="3200248" indent="0">
              <a:buNone/>
              <a:defRPr sz="1601" b="1"/>
            </a:lvl8pPr>
            <a:lvl9pPr marL="365742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921" y="13575197"/>
            <a:ext cx="13381332" cy="2466072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537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3605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309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961" y="1704452"/>
            <a:ext cx="9959566" cy="72519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664" y="1704451"/>
            <a:ext cx="16924588" cy="365314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961" y="8956385"/>
            <a:ext cx="9959566" cy="2927953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199"/>
            </a:lvl2pPr>
            <a:lvl3pPr marL="914356" indent="0">
              <a:buNone/>
              <a:defRPr sz="1000"/>
            </a:lvl3pPr>
            <a:lvl4pPr marL="1371535" indent="0">
              <a:buNone/>
              <a:defRPr sz="901"/>
            </a:lvl4pPr>
            <a:lvl5pPr marL="1828713" indent="0">
              <a:buNone/>
              <a:defRPr sz="901"/>
            </a:lvl5pPr>
            <a:lvl6pPr marL="2285891" indent="0">
              <a:buNone/>
              <a:defRPr sz="901"/>
            </a:lvl6pPr>
            <a:lvl7pPr marL="2743069" indent="0">
              <a:buNone/>
              <a:defRPr sz="901"/>
            </a:lvl7pPr>
            <a:lvl8pPr marL="3200248" indent="0">
              <a:buNone/>
              <a:defRPr sz="901"/>
            </a:lvl8pPr>
            <a:lvl9pPr marL="3657426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29834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358" y="29962829"/>
            <a:ext cx="18164861" cy="35372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358" y="3824162"/>
            <a:ext cx="18164861" cy="2568188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6" indent="0">
              <a:buNone/>
              <a:defRPr sz="2400"/>
            </a:lvl3pPr>
            <a:lvl4pPr marL="1371535" indent="0">
              <a:buNone/>
              <a:defRPr sz="2000"/>
            </a:lvl4pPr>
            <a:lvl5pPr marL="1828713" indent="0">
              <a:buNone/>
              <a:defRPr sz="2000"/>
            </a:lvl5pPr>
            <a:lvl6pPr marL="2285891" indent="0">
              <a:buNone/>
              <a:defRPr sz="2000"/>
            </a:lvl6pPr>
            <a:lvl7pPr marL="2743069" indent="0">
              <a:buNone/>
              <a:defRPr sz="2000"/>
            </a:lvl7pPr>
            <a:lvl8pPr marL="3200248" indent="0">
              <a:buNone/>
              <a:defRPr sz="2000"/>
            </a:lvl8pPr>
            <a:lvl9pPr marL="3657426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358" y="33500076"/>
            <a:ext cx="18164861" cy="50227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199"/>
            </a:lvl2pPr>
            <a:lvl3pPr marL="914356" indent="0">
              <a:buNone/>
              <a:defRPr sz="1000"/>
            </a:lvl3pPr>
            <a:lvl4pPr marL="1371535" indent="0">
              <a:buNone/>
              <a:defRPr sz="901"/>
            </a:lvl4pPr>
            <a:lvl5pPr marL="1828713" indent="0">
              <a:buNone/>
              <a:defRPr sz="901"/>
            </a:lvl5pPr>
            <a:lvl6pPr marL="2285891" indent="0">
              <a:buNone/>
              <a:defRPr sz="901"/>
            </a:lvl6pPr>
            <a:lvl7pPr marL="2743069" indent="0">
              <a:buNone/>
              <a:defRPr sz="901"/>
            </a:lvl7pPr>
            <a:lvl8pPr marL="3200248" indent="0">
              <a:buNone/>
              <a:defRPr sz="901"/>
            </a:lvl8pPr>
            <a:lvl9pPr marL="3657426" indent="0">
              <a:buNone/>
              <a:defRPr sz="9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0417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5276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306224" y="1655374"/>
            <a:ext cx="7274756" cy="402178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7954" y="1655374"/>
            <a:ext cx="21700106" cy="402178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692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6">
            <a:extLst>
              <a:ext uri="{FF2B5EF4-FFF2-40B4-BE49-F238E27FC236}">
                <a16:creationId xmlns:a16="http://schemas.microsoft.com/office/drawing/2014/main" id="{80D2B4D0-280E-084C-BF00-55EE5E851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0"/>
            <a:ext cx="30275213" cy="5291138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 dirty="0"/>
          </a:p>
        </p:txBody>
      </p:sp>
      <p:sp>
        <p:nvSpPr>
          <p:cNvPr id="1028" name="Rectangle 15">
            <a:extLst>
              <a:ext uri="{FF2B5EF4-FFF2-40B4-BE49-F238E27FC236}">
                <a16:creationId xmlns:a16="http://schemas.microsoft.com/office/drawing/2014/main" id="{4E51A2EB-8043-C663-44A2-A92102E10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37450" y="648496"/>
            <a:ext cx="22044025" cy="386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dirty="0"/>
              <a:t>Click to edit Master title style</a:t>
            </a:r>
          </a:p>
        </p:txBody>
      </p:sp>
      <p:sp>
        <p:nvSpPr>
          <p:cNvPr id="1030" name="Rectangle 25">
            <a:extLst>
              <a:ext uri="{FF2B5EF4-FFF2-40B4-BE49-F238E27FC236}">
                <a16:creationId xmlns:a16="http://schemas.microsoft.com/office/drawing/2014/main" id="{92462A63-B664-C648-977D-332956FE0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0"/>
            <a:ext cx="30275213" cy="42803763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  <a:ln>
            <a:solidFill>
              <a:srgbClr val="FF9500"/>
            </a:solidFill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1031" name="Rectangle 40">
            <a:extLst>
              <a:ext uri="{FF2B5EF4-FFF2-40B4-BE49-F238E27FC236}">
                <a16:creationId xmlns:a16="http://schemas.microsoft.com/office/drawing/2014/main" id="{32EDB4AB-0D9B-4145-BD20-F5382124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9676" y="6242050"/>
            <a:ext cx="9321800" cy="35625089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1032" name="Rectangle 41">
            <a:extLst>
              <a:ext uri="{FF2B5EF4-FFF2-40B4-BE49-F238E27FC236}">
                <a16:creationId xmlns:a16="http://schemas.microsoft.com/office/drawing/2014/main" id="{D1BE76FC-9DFD-094D-8AE4-13A94A84F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2101" y="6242050"/>
            <a:ext cx="9320213" cy="35625089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F20A75A-848E-488D-1450-CE5D927FD98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93737" y="724695"/>
            <a:ext cx="7211397" cy="3869529"/>
          </a:xfrm>
          <a:prstGeom prst="rect">
            <a:avLst/>
          </a:prstGeom>
        </p:spPr>
      </p:pic>
      <p:sp>
        <p:nvSpPr>
          <p:cNvPr id="2" name="Rectangle 33">
            <a:extLst>
              <a:ext uri="{FF2B5EF4-FFF2-40B4-BE49-F238E27FC236}">
                <a16:creationId xmlns:a16="http://schemas.microsoft.com/office/drawing/2014/main" id="{C7054896-4154-C927-4D21-4456BB689C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52101" y="6249988"/>
            <a:ext cx="9321800" cy="356250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3" name="Rectangle 33">
            <a:extLst>
              <a:ext uri="{FF2B5EF4-FFF2-40B4-BE49-F238E27FC236}">
                <a16:creationId xmlns:a16="http://schemas.microsoft.com/office/drawing/2014/main" id="{EA18E7D8-5865-0E0B-E6B4-495A5E1956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258089" y="6234906"/>
            <a:ext cx="9321800" cy="356250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6" name="Rectangle 33">
            <a:extLst>
              <a:ext uri="{FF2B5EF4-FFF2-40B4-BE49-F238E27FC236}">
                <a16:creationId xmlns:a16="http://schemas.microsoft.com/office/drawing/2014/main" id="{9AD28C18-63D4-30AB-07CA-1596DE5694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50513" y="6234112"/>
            <a:ext cx="9321800" cy="35625089"/>
          </a:xfrm>
          <a:prstGeom prst="rect">
            <a:avLst/>
          </a:prstGeom>
          <a:solidFill>
            <a:srgbClr val="1A1A1A"/>
          </a:solidFill>
          <a:ln w="9525">
            <a:solidFill>
              <a:srgbClr val="FF95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E5DA62AA-E41D-A9ED-B677-289D868ED5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256500" y="6227762"/>
            <a:ext cx="9321800" cy="35625089"/>
          </a:xfrm>
          <a:prstGeom prst="rect">
            <a:avLst/>
          </a:prstGeom>
          <a:solidFill>
            <a:srgbClr val="1A1A1A"/>
          </a:solidFill>
          <a:ln w="9525">
            <a:solidFill>
              <a:srgbClr val="FF95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9" name="Rectangle 33">
            <a:extLst>
              <a:ext uri="{FF2B5EF4-FFF2-40B4-BE49-F238E27FC236}">
                <a16:creationId xmlns:a16="http://schemas.microsoft.com/office/drawing/2014/main" id="{4E9C45C9-A1F0-1393-116B-AE6CF8746A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3737" y="6227761"/>
            <a:ext cx="9321800" cy="35625089"/>
          </a:xfrm>
          <a:prstGeom prst="rect">
            <a:avLst/>
          </a:prstGeom>
          <a:solidFill>
            <a:srgbClr val="1A1A1A"/>
          </a:solidFill>
          <a:ln w="9525">
            <a:solidFill>
              <a:srgbClr val="FF95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defTabSz="749298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+mj-lt"/>
          <a:ea typeface="MS PGothic" pitchFamily="34" charset="-128"/>
          <a:cs typeface="MS PGothic" charset="0"/>
        </a:defRPr>
      </a:lvl1pPr>
      <a:lvl2pPr algn="ctr" defTabSz="749298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charset="0"/>
          <a:ea typeface="MS PGothic" pitchFamily="34" charset="-128"/>
          <a:cs typeface="MS PGothic" charset="0"/>
        </a:defRPr>
      </a:lvl2pPr>
      <a:lvl3pPr algn="ctr" defTabSz="749298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charset="0"/>
          <a:ea typeface="MS PGothic" pitchFamily="34" charset="-128"/>
          <a:cs typeface="MS PGothic" charset="0"/>
        </a:defRPr>
      </a:lvl3pPr>
      <a:lvl4pPr algn="ctr" defTabSz="749298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charset="0"/>
          <a:ea typeface="MS PGothic" pitchFamily="34" charset="-128"/>
          <a:cs typeface="MS PGothic" charset="0"/>
        </a:defRPr>
      </a:lvl4pPr>
      <a:lvl5pPr algn="ctr" defTabSz="749298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charset="0"/>
          <a:ea typeface="MS PGothic" pitchFamily="34" charset="-128"/>
          <a:cs typeface="MS PGothic" charset="0"/>
        </a:defRPr>
      </a:lvl5pPr>
      <a:lvl6pPr marL="457199" algn="ctr" defTabSz="749298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charset="0"/>
        </a:defRPr>
      </a:lvl6pPr>
      <a:lvl7pPr marL="914397" algn="ctr" defTabSz="749298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charset="0"/>
        </a:defRPr>
      </a:lvl7pPr>
      <a:lvl8pPr marL="1371596" algn="ctr" defTabSz="749298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charset="0"/>
        </a:defRPr>
      </a:lvl8pPr>
      <a:lvl9pPr marL="1828795" algn="ctr" defTabSz="749298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charset="0"/>
        </a:defRPr>
      </a:lvl9pPr>
    </p:titleStyle>
    <p:bodyStyle>
      <a:lvl1pPr marL="280987" indent="-280987" algn="l" defTabSz="749298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606422" indent="-231774" algn="l" defTabSz="749298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38211" indent="-188913" algn="l" defTabSz="749298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312859" indent="-187324" algn="l" defTabSz="749298" rtl="0" eaLnBrk="0" fontAlgn="base" hangingPunct="0">
        <a:spcBef>
          <a:spcPct val="20000"/>
        </a:spcBef>
        <a:spcAft>
          <a:spcPct val="0"/>
        </a:spcAft>
        <a:buChar char="–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687507" indent="-187324" algn="l" defTabSz="749298" rtl="0" eaLnBrk="0" fontAlgn="base" hangingPunct="0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144705" indent="-187324" algn="l" defTabSz="749298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6pPr>
      <a:lvl7pPr marL="2601904" indent="-187324" algn="l" defTabSz="749298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7pPr>
      <a:lvl8pPr marL="3059103" indent="-187324" algn="l" defTabSz="749298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8pPr>
      <a:lvl9pPr marL="3516301" indent="-187324" algn="l" defTabSz="749298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9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7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6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5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92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91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9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88" algn="l" defTabSz="45719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5EA915C-87A8-5044-BB0D-E37F2076B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0"/>
            <a:ext cx="30275213" cy="54737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EC338B2-7262-EB4B-85D8-379E00874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5" y="6248402"/>
            <a:ext cx="6880225" cy="3562508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2052" name="Rectangle 6">
            <a:extLst>
              <a:ext uri="{FF2B5EF4-FFF2-40B4-BE49-F238E27FC236}">
                <a16:creationId xmlns:a16="http://schemas.microsoft.com/office/drawing/2014/main" id="{89824C65-BEB3-04E0-007F-0D91C32ED1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61988" y="1655766"/>
            <a:ext cx="28919487" cy="286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title style</a:t>
            </a:r>
          </a:p>
        </p:txBody>
      </p:sp>
      <p:sp>
        <p:nvSpPr>
          <p:cNvPr id="2053" name="Rectangle 7">
            <a:extLst>
              <a:ext uri="{FF2B5EF4-FFF2-40B4-BE49-F238E27FC236}">
                <a16:creationId xmlns:a16="http://schemas.microsoft.com/office/drawing/2014/main" id="{8516AFBB-37AB-9DD7-95C5-717E275E7D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6115" y="6264276"/>
            <a:ext cx="6880225" cy="3562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text styles</a:t>
            </a:r>
          </a:p>
          <a:p>
            <a:pPr lvl="1"/>
            <a:r>
              <a:rPr lang="en-US" altLang="fr-FR"/>
              <a:t>Second level</a:t>
            </a: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269D22D5-5E7D-7D4D-8D11-DD613FDD8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0"/>
            <a:ext cx="30275213" cy="4280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2055" name="Rectangle 9">
            <a:extLst>
              <a:ext uri="{FF2B5EF4-FFF2-40B4-BE49-F238E27FC236}">
                <a16:creationId xmlns:a16="http://schemas.microsoft.com/office/drawing/2014/main" id="{E4C6E94E-56F8-D74B-A499-6528ABD80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9" y="6248402"/>
            <a:ext cx="14322425" cy="3562508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2056" name="Rectangle 11">
            <a:extLst>
              <a:ext uri="{FF2B5EF4-FFF2-40B4-BE49-F238E27FC236}">
                <a16:creationId xmlns:a16="http://schemas.microsoft.com/office/drawing/2014/main" id="{4C7DA45B-F8F3-DA40-AB9C-6C2D45F5F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6489" y="6248402"/>
            <a:ext cx="6884987" cy="3562508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2057" name="Text Box 14">
            <a:extLst>
              <a:ext uri="{FF2B5EF4-FFF2-40B4-BE49-F238E27FC236}">
                <a16:creationId xmlns:a16="http://schemas.microsoft.com/office/drawing/2014/main" id="{62B71F04-6BDC-7842-B92B-36BE9A3318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6113" y="42260838"/>
            <a:ext cx="3308350" cy="158927"/>
          </a:xfrm>
          <a:prstGeom prst="rect">
            <a:avLst/>
          </a:prstGeom>
          <a:noFill/>
          <a:ln>
            <a:noFill/>
          </a:ln>
        </p:spPr>
        <p:txBody>
          <a:bodyPr lIns="74857" tIns="37420" rIns="74857" bIns="37420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0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+mj-lt"/>
          <a:ea typeface="MS PGothic" pitchFamily="34" charset="-128"/>
          <a:cs typeface="MS PGothic" charset="0"/>
        </a:defRPr>
      </a:lvl1pPr>
      <a:lvl2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2pPr>
      <a:lvl3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3pPr>
      <a:lvl4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4pPr>
      <a:lvl5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5pPr>
      <a:lvl6pPr marL="457178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6pPr>
      <a:lvl7pPr marL="914356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7pPr>
      <a:lvl8pPr marL="1371535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8pPr>
      <a:lvl9pPr marL="1828713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9pPr>
    </p:titleStyle>
    <p:bodyStyle>
      <a:lvl1pPr marL="280974" indent="-280974" algn="l" defTabSz="749265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606396" indent="-231765" algn="l" defTabSz="749265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38167" indent="-188904" algn="l" defTabSz="74926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312800" indent="-187317" algn="l" defTabSz="749265" rtl="0" eaLnBrk="0" fontAlgn="base" hangingPunct="0">
        <a:spcBef>
          <a:spcPct val="20000"/>
        </a:spcBef>
        <a:spcAft>
          <a:spcPct val="0"/>
        </a:spcAft>
        <a:buChar char="–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687432" indent="-187317" algn="l" defTabSz="749265" rtl="0" eaLnBrk="0" fontAlgn="base" hangingPunct="0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144610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6pPr>
      <a:lvl7pPr marL="2601790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7pPr>
      <a:lvl8pPr marL="3058967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8pPr>
      <a:lvl9pPr marL="3516145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5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3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91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2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57D8CEC-C970-5545-B1EC-2901675F4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0"/>
            <a:ext cx="30275213" cy="54737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6E7F514-0858-E645-8DCB-7B6582564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9" y="6248402"/>
            <a:ext cx="29224287" cy="3562508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3076" name="Rectangle 6">
            <a:extLst>
              <a:ext uri="{FF2B5EF4-FFF2-40B4-BE49-F238E27FC236}">
                <a16:creationId xmlns:a16="http://schemas.microsoft.com/office/drawing/2014/main" id="{2CA3593C-4400-B2F5-F569-AE120ECB7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61988" y="1655766"/>
            <a:ext cx="28919487" cy="286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title style</a:t>
            </a:r>
          </a:p>
        </p:txBody>
      </p:sp>
      <p:sp>
        <p:nvSpPr>
          <p:cNvPr id="3077" name="Rectangle 7">
            <a:extLst>
              <a:ext uri="{FF2B5EF4-FFF2-40B4-BE49-F238E27FC236}">
                <a16:creationId xmlns:a16="http://schemas.microsoft.com/office/drawing/2014/main" id="{0D1C5B07-2781-5346-09EA-EE1474814D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7840" y="6248402"/>
            <a:ext cx="29103637" cy="3562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text styles</a:t>
            </a:r>
          </a:p>
          <a:p>
            <a:pPr lvl="1"/>
            <a:r>
              <a:rPr lang="en-US" altLang="fr-FR"/>
              <a:t>Second level</a:t>
            </a:r>
          </a:p>
        </p:txBody>
      </p:sp>
      <p:sp>
        <p:nvSpPr>
          <p:cNvPr id="3078" name="Rectangle 8">
            <a:extLst>
              <a:ext uri="{FF2B5EF4-FFF2-40B4-BE49-F238E27FC236}">
                <a16:creationId xmlns:a16="http://schemas.microsoft.com/office/drawing/2014/main" id="{4D49E4CC-BD61-6C48-B56D-E4FA3CBB2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0"/>
            <a:ext cx="30275213" cy="4280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GB" altLang="fr-FR" sz="2400"/>
          </a:p>
        </p:txBody>
      </p:sp>
      <p:sp>
        <p:nvSpPr>
          <p:cNvPr id="3079" name="Text Box 14">
            <a:extLst>
              <a:ext uri="{FF2B5EF4-FFF2-40B4-BE49-F238E27FC236}">
                <a16:creationId xmlns:a16="http://schemas.microsoft.com/office/drawing/2014/main" id="{77480CCC-379B-C247-8E45-12B7352B36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7838" y="42244964"/>
            <a:ext cx="3308350" cy="158927"/>
          </a:xfrm>
          <a:prstGeom prst="rect">
            <a:avLst/>
          </a:prstGeom>
          <a:noFill/>
          <a:ln>
            <a:noFill/>
          </a:ln>
        </p:spPr>
        <p:txBody>
          <a:bodyPr lIns="74857" tIns="37420" rIns="74857" bIns="37420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0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+mj-lt"/>
          <a:ea typeface="MS PGothic" pitchFamily="34" charset="-128"/>
          <a:cs typeface="MS PGothic" charset="0"/>
        </a:defRPr>
      </a:lvl1pPr>
      <a:lvl2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2pPr>
      <a:lvl3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3pPr>
      <a:lvl4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4pPr>
      <a:lvl5pPr algn="ctr" defTabSz="749265" rtl="0" eaLnBrk="0" fontAlgn="base" hangingPunct="0">
        <a:spcBef>
          <a:spcPct val="0"/>
        </a:spcBef>
        <a:spcAft>
          <a:spcPct val="0"/>
        </a:spcAft>
        <a:defRPr sz="7101">
          <a:solidFill>
            <a:schemeClr val="bg1"/>
          </a:solidFill>
          <a:latin typeface="Arial Black" charset="0"/>
          <a:ea typeface="MS PGothic" pitchFamily="34" charset="-128"/>
          <a:cs typeface="MS PGothic" charset="0"/>
        </a:defRPr>
      </a:lvl5pPr>
      <a:lvl6pPr marL="457178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6pPr>
      <a:lvl7pPr marL="914356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7pPr>
      <a:lvl8pPr marL="1371535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8pPr>
      <a:lvl9pPr marL="1828713" algn="ctr" defTabSz="749265" rtl="0" fontAlgn="base">
        <a:spcBef>
          <a:spcPct val="0"/>
        </a:spcBef>
        <a:spcAft>
          <a:spcPct val="0"/>
        </a:spcAft>
        <a:defRPr sz="7101">
          <a:solidFill>
            <a:schemeClr val="tx2"/>
          </a:solidFill>
          <a:latin typeface="Arial Black" charset="0"/>
        </a:defRPr>
      </a:lvl9pPr>
    </p:titleStyle>
    <p:bodyStyle>
      <a:lvl1pPr marL="280974" indent="-280974" algn="l" defTabSz="749265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606396" indent="-231765" algn="l" defTabSz="749265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38167" indent="-188904" algn="l" defTabSz="74926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312800" indent="-187317" algn="l" defTabSz="749265" rtl="0" eaLnBrk="0" fontAlgn="base" hangingPunct="0">
        <a:spcBef>
          <a:spcPct val="20000"/>
        </a:spcBef>
        <a:spcAft>
          <a:spcPct val="0"/>
        </a:spcAft>
        <a:buChar char="–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687432" indent="-187317" algn="l" defTabSz="749265" rtl="0" eaLnBrk="0" fontAlgn="base" hangingPunct="0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144610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6pPr>
      <a:lvl7pPr marL="2601790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7pPr>
      <a:lvl8pPr marL="3058967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8pPr>
      <a:lvl9pPr marL="3516145" indent="-187317" algn="l" defTabSz="749265" rtl="0" fontAlgn="base">
        <a:spcBef>
          <a:spcPct val="20000"/>
        </a:spcBef>
        <a:spcAft>
          <a:spcPct val="0"/>
        </a:spcAft>
        <a:buChar char="»"/>
        <a:defRPr sz="160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5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3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91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2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5">
            <a:extLst>
              <a:ext uri="{FF2B5EF4-FFF2-40B4-BE49-F238E27FC236}">
                <a16:creationId xmlns:a16="http://schemas.microsoft.com/office/drawing/2014/main" id="{5C34FFF7-6375-FEF2-894D-1B20F0E17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1588" y="577909"/>
            <a:ext cx="20824825" cy="318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4838" tIns="37413" rIns="74838" bIns="37413">
            <a:spAutoFit/>
          </a:bodyPr>
          <a:lstStyle>
            <a:lvl1pPr defTabSz="749300">
              <a:spcBef>
                <a:spcPct val="20000"/>
              </a:spcBef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5999" dirty="0">
                <a:solidFill>
                  <a:schemeClr val="bg1"/>
                </a:solidFill>
                <a:latin typeface="Arial Black" panose="020B0604020202020204" pitchFamily="34" charset="0"/>
              </a:rPr>
              <a:t>Code Quiz: An AI-Driven Platform for Adaptive Code Assessment and Gamified Leaning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fr-FR" sz="4100" b="1" dirty="0">
              <a:solidFill>
                <a:schemeClr val="bg1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fr-FR" sz="4100" b="1" dirty="0">
                <a:solidFill>
                  <a:schemeClr val="bg1"/>
                </a:solidFill>
              </a:rPr>
              <a:t>Fionn McGoldrick | Atlantic Technological University (ATU Galway)</a:t>
            </a:r>
            <a:endParaRPr lang="en-US" altLang="fr-FR" sz="2800" b="1" u="sng" dirty="0">
              <a:solidFill>
                <a:schemeClr val="bg1"/>
              </a:solidFill>
            </a:endParaRPr>
          </a:p>
        </p:txBody>
      </p:sp>
      <p:sp>
        <p:nvSpPr>
          <p:cNvPr id="5122" name="Text Box 471">
            <a:extLst>
              <a:ext uri="{FF2B5EF4-FFF2-40B4-BE49-F238E27FC236}">
                <a16:creationId xmlns:a16="http://schemas.microsoft.com/office/drawing/2014/main" id="{2AC155E6-8ACE-F3F1-A66B-0F772E506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522" y="6248401"/>
            <a:ext cx="9321800" cy="629569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37420">
            <a:spAutoFit/>
          </a:bodyPr>
          <a:lstStyle>
            <a:lvl1pPr defTabSz="749300">
              <a:spcBef>
                <a:spcPct val="20000"/>
              </a:spcBef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IE" sz="3600" dirty="0">
                <a:solidFill>
                  <a:schemeClr val="bg1"/>
                </a:solidFill>
                <a:latin typeface="+mj-lt"/>
              </a:rPr>
              <a:t>Introduction &amp; Motivation</a:t>
            </a:r>
            <a:endParaRPr lang="en-US" altLang="fr-FR" sz="3599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9BA64-224F-9942-7E59-165E7B6270DA}"/>
              </a:ext>
            </a:extLst>
          </p:cNvPr>
          <p:cNvSpPr txBox="1"/>
          <p:nvPr/>
        </p:nvSpPr>
        <p:spPr>
          <a:xfrm>
            <a:off x="11463338" y="4122520"/>
            <a:ext cx="18208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fr-FR" sz="3600" b="1" dirty="0">
                <a:solidFill>
                  <a:schemeClr val="bg1"/>
                </a:solidFill>
              </a:rPr>
              <a:t>GitHub: </a:t>
            </a:r>
            <a:r>
              <a:rPr lang="en-US" altLang="fr-FR" sz="3600" b="1" u="sng" dirty="0">
                <a:solidFill>
                  <a:schemeClr val="bg1"/>
                </a:solidFill>
              </a:rPr>
              <a:t>https://github.com/fionnmcgoldrick123/programming-quiz-app</a:t>
            </a:r>
            <a:endParaRPr lang="en-IE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21CD70-F40D-CAF1-D044-EDB3E726E368}"/>
              </a:ext>
            </a:extLst>
          </p:cNvPr>
          <p:cNvSpPr txBox="1"/>
          <p:nvPr/>
        </p:nvSpPr>
        <p:spPr>
          <a:xfrm>
            <a:off x="961292" y="7047911"/>
            <a:ext cx="86750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+mn-lt"/>
              </a:rPr>
              <a:t>• Full stack quiz platform</a:t>
            </a:r>
            <a:br>
              <a:rPr lang="en-GB" dirty="0">
                <a:solidFill>
                  <a:schemeClr val="bg1"/>
                </a:solidFill>
                <a:latin typeface="+mn-lt"/>
              </a:rPr>
            </a:br>
            <a:r>
              <a:rPr lang="en-GB" dirty="0">
                <a:solidFill>
                  <a:schemeClr val="bg1"/>
                </a:solidFill>
                <a:latin typeface="+mn-lt"/>
              </a:rPr>
              <a:t>• AI generated questions</a:t>
            </a:r>
            <a:br>
              <a:rPr lang="en-GB" dirty="0">
                <a:solidFill>
                  <a:schemeClr val="bg1"/>
                </a:solidFill>
                <a:latin typeface="+mn-lt"/>
              </a:rPr>
            </a:br>
            <a:r>
              <a:rPr lang="en-GB" dirty="0">
                <a:solidFill>
                  <a:schemeClr val="bg1"/>
                </a:solidFill>
                <a:latin typeface="+mn-lt"/>
              </a:rPr>
              <a:t>• Personalised content</a:t>
            </a:r>
            <a:br>
              <a:rPr lang="en-GB" dirty="0">
                <a:solidFill>
                  <a:schemeClr val="bg1"/>
                </a:solidFill>
                <a:latin typeface="+mn-lt"/>
              </a:rPr>
            </a:br>
            <a:r>
              <a:rPr lang="en-GB" dirty="0">
                <a:solidFill>
                  <a:schemeClr val="bg1"/>
                </a:solidFill>
                <a:latin typeface="+mn-lt"/>
              </a:rPr>
              <a:t>• Difficulty prediction</a:t>
            </a:r>
            <a:br>
              <a:rPr lang="en-GB" dirty="0">
                <a:solidFill>
                  <a:schemeClr val="bg1"/>
                </a:solidFill>
                <a:latin typeface="+mn-lt"/>
              </a:rPr>
            </a:br>
            <a:r>
              <a:rPr lang="en-GB" dirty="0">
                <a:solidFill>
                  <a:schemeClr val="bg1"/>
                </a:solidFill>
                <a:latin typeface="+mn-lt"/>
              </a:rPr>
              <a:t>• Topic tagging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DB7672-2514-77FC-863E-12CC77A62395}"/>
              </a:ext>
            </a:extLst>
          </p:cNvPr>
          <p:cNvSpPr/>
          <p:nvPr/>
        </p:nvSpPr>
        <p:spPr bwMode="auto">
          <a:xfrm>
            <a:off x="1312984" y="10105297"/>
            <a:ext cx="1875693" cy="2173454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4E228E-CA08-F14E-0B03-A09450400C6F}"/>
              </a:ext>
            </a:extLst>
          </p:cNvPr>
          <p:cNvSpPr/>
          <p:nvPr/>
        </p:nvSpPr>
        <p:spPr bwMode="auto">
          <a:xfrm>
            <a:off x="3341077" y="10105297"/>
            <a:ext cx="1875693" cy="2173454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577E5E-6EB3-2440-A4B8-B0E8F5D823DC}"/>
              </a:ext>
            </a:extLst>
          </p:cNvPr>
          <p:cNvSpPr/>
          <p:nvPr/>
        </p:nvSpPr>
        <p:spPr bwMode="auto">
          <a:xfrm>
            <a:off x="5369170" y="10105297"/>
            <a:ext cx="1875693" cy="2173454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0320E1-4FA1-8CDA-F74A-265C7BD93864}"/>
              </a:ext>
            </a:extLst>
          </p:cNvPr>
          <p:cNvSpPr/>
          <p:nvPr/>
        </p:nvSpPr>
        <p:spPr bwMode="auto">
          <a:xfrm>
            <a:off x="7397263" y="10105297"/>
            <a:ext cx="1875693" cy="2173454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rgbClr val="FF95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5B0F0-BCC3-C40A-93BC-1782818E4427}"/>
              </a:ext>
            </a:extLst>
          </p:cNvPr>
          <p:cNvSpPr txBox="1"/>
          <p:nvPr/>
        </p:nvSpPr>
        <p:spPr>
          <a:xfrm>
            <a:off x="1382150" y="9395098"/>
            <a:ext cx="783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dirty="0">
                <a:solidFill>
                  <a:schemeClr val="bg1"/>
                </a:solidFill>
              </a:rPr>
              <a:t>Why?</a:t>
            </a:r>
          </a:p>
        </p:txBody>
      </p:sp>
      <p:sp>
        <p:nvSpPr>
          <p:cNvPr id="5" name="Text Box 471">
            <a:extLst>
              <a:ext uri="{FF2B5EF4-FFF2-40B4-BE49-F238E27FC236}">
                <a16:creationId xmlns:a16="http://schemas.microsoft.com/office/drawing/2014/main" id="{32D7065E-3DAE-3CF8-5726-EB58F270F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270" y="16201294"/>
            <a:ext cx="9321800" cy="629569"/>
          </a:xfrm>
          <a:prstGeom prst="rect">
            <a:avLst/>
          </a:prstGeom>
          <a:solidFill>
            <a:srgbClr val="FF791E"/>
          </a:solidFill>
          <a:ln>
            <a:noFill/>
          </a:ln>
        </p:spPr>
        <p:txBody>
          <a:bodyPr lIns="74857" tIns="37420" rIns="74857" bIns="37420">
            <a:spAutoFit/>
          </a:bodyPr>
          <a:lstStyle>
            <a:lvl1pPr defTabSz="749300">
              <a:spcBef>
                <a:spcPct val="20000"/>
              </a:spcBef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749300">
              <a:spcBef>
                <a:spcPct val="20000"/>
              </a:spcBef>
              <a:buChar char="–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7493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7493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7493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7493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IE" sz="3600" dirty="0">
                <a:solidFill>
                  <a:schemeClr val="bg1"/>
                </a:solidFill>
                <a:latin typeface="+mj-lt"/>
              </a:rPr>
              <a:t>Introduction &amp; Motivation</a:t>
            </a:r>
            <a:endParaRPr lang="en-US" altLang="fr-FR" sz="3599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Personnalisée 3">
      <a:dk1>
        <a:srgbClr val="365794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D5667"/>
      </a:accent2>
      <a:accent3>
        <a:srgbClr val="14819B"/>
      </a:accent3>
      <a:accent4>
        <a:srgbClr val="000000"/>
      </a:accent4>
      <a:accent5>
        <a:srgbClr val="CEF0F8"/>
      </a:accent5>
      <a:accent6>
        <a:srgbClr val="BF9000"/>
      </a:accent6>
      <a:hlink>
        <a:srgbClr val="6CD3EB"/>
      </a:hlink>
      <a:folHlink>
        <a:srgbClr val="FFC000"/>
      </a:folHlink>
    </a:clrScheme>
    <a:fontScheme name="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1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2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19235</TotalTime>
  <Words>65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Arial Narrow</vt:lpstr>
      <vt:lpstr>Custom Design</vt:lpstr>
      <vt:lpstr>1_Custom Design</vt:lpstr>
      <vt:lpstr>2_Custom Design</vt:lpstr>
      <vt:lpstr>PowerPoint Presentation</vt:lpstr>
    </vt:vector>
  </TitlesOfParts>
  <Manager/>
  <Company>ATU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 Portrait Poster Template</dc:title>
  <dc:subject/>
  <dc:creator/>
  <cp:keywords/>
  <dc:description/>
  <cp:lastModifiedBy>FIONN MC GOLDRICK - STUDENT</cp:lastModifiedBy>
  <cp:revision>256</cp:revision>
  <cp:lastPrinted>2009-11-10T08:04:03Z</cp:lastPrinted>
  <dcterms:created xsi:type="dcterms:W3CDTF">2009-11-10T07:29:27Z</dcterms:created>
  <dcterms:modified xsi:type="dcterms:W3CDTF">2026-04-25T09:16:59Z</dcterms:modified>
  <cp:category>Software Development</cp:category>
</cp:coreProperties>
</file>